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Standard Operating Procedure (SOP)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VMS: AI Vision Studio &amp; Flutter AI Studio Workflow</a:t>
            </a:r>
          </a:p>
          <a:p>
            <a:r>
              <a:t>Project: Rpass_Sensor Digitization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1: AI Vision Studio (Data Labeling &amp; Training)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C00000"/>
                </a:solidFill>
              </a:defRPr>
            </a:pPr>
            <a:r>
              <a:t>Step 1: Get Started with AI Vision Platform</a:t>
            </a:r>
          </a:p>
        </p:txBody>
      </p:sp>
      <p:pic>
        <p:nvPicPr>
          <p:cNvPr id="3" name="Picture 2" descr="image 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1104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Access the AI Vision Platform landing page. Click on 'Get Started' to begin your computer-vision project.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0" y="1165860"/>
            <a:ext cx="1234439" cy="402336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C00000"/>
                </a:solidFill>
              </a:defRPr>
            </a:pPr>
            <a:r>
              <a:t>Step 2: Create a New Project</a:t>
            </a:r>
          </a:p>
        </p:txBody>
      </p:sp>
      <p:pic>
        <p:nvPicPr>
          <p:cNvPr id="3" name="Picture 2" descr="image (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0353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In the dashboard, click on '+ Create Your First Project' to start a new annotation task for your sensors.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749039" y="3931920"/>
            <a:ext cx="1645920" cy="50292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C00000"/>
                </a:solidFill>
              </a:defRPr>
            </a:pPr>
            <a:r>
              <a:t>Step 3: Define Classes and Annotate</a:t>
            </a:r>
          </a:p>
        </p:txBody>
      </p:sp>
      <p:pic>
        <p:nvPicPr>
          <p:cNvPr id="3" name="Picture 2" descr="image (1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0202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Upload your images and define classes (e.g., Black/White Ring). Select the appropriate class before detecting objects.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429000"/>
            <a:ext cx="2468879" cy="100584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C00000"/>
                </a:solidFill>
              </a:defRPr>
            </a:pPr>
            <a:r>
              <a:t>Step 4: Train Seed Model</a:t>
            </a:r>
          </a:p>
        </p:txBody>
      </p:sp>
      <p:pic>
        <p:nvPicPr>
          <p:cNvPr id="3" name="Picture 2" descr="image (1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0372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Configure YOLOv11 parameters (epochs, image size) and click 'Start Training' to create your initial model.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0" y="5440680"/>
            <a:ext cx="1234439" cy="402336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C00000"/>
                </a:solidFill>
              </a:defRPr>
            </a:pPr>
            <a:r>
              <a:t>Step 5: Active Learning &amp; Scoring</a:t>
            </a:r>
          </a:p>
        </p:txBody>
      </p:sp>
      <p:pic>
        <p:nvPicPr>
          <p:cNvPr id="3" name="Picture 2" descr="image (2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14386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Use the 'Active Learning' feature to score all images. This helps prioritize uncertain images for manual review.</a:t>
            </a:r>
          </a:p>
        </p:txBody>
      </p:sp>
      <p:sp>
        <p:nvSpPr>
          <p:cNvPr id="5" name="Rectangle 4"/>
          <p:cNvSpPr/>
          <p:nvPr/>
        </p:nvSpPr>
        <p:spPr>
          <a:xfrm>
            <a:off x="3749039" y="5440680"/>
            <a:ext cx="1645920" cy="402336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C00000"/>
                </a:solidFill>
              </a:defRPr>
            </a:pPr>
            <a:r>
              <a:t>Step 6: Review and Accept Auto-Annotations</a:t>
            </a:r>
          </a:p>
        </p:txBody>
      </p:sp>
      <p:pic>
        <p:nvPicPr>
          <p:cNvPr id="3" name="Picture 2" descr="image (2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0673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Verify the auto-annotations generated by the model. Click 'Accept All Auto' or manually correct labels if needed.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52359" y="5189220"/>
            <a:ext cx="1234439" cy="402336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2: Flutter AI Studio (APK Generation)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C00000"/>
                </a:solidFill>
              </a:defRPr>
            </a:pPr>
            <a:r>
              <a:t>Step 7: Launch Flutter AI Studio</a:t>
            </a:r>
          </a:p>
        </p:txBody>
      </p:sp>
      <p:pic>
        <p:nvPicPr>
          <p:cNvPr id="3" name="Picture 2" descr="image (3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08886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Open Flutter AI Studio to convert your trained YOLO models into inspection-ready mobile applications.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749039" y="5189220"/>
            <a:ext cx="1645920" cy="50292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C00000"/>
                </a:solidFill>
              </a:defRPr>
            </a:pPr>
            <a:r>
              <a:t>Step 8: Upload Trained YOLO Models</a:t>
            </a:r>
          </a:p>
        </p:txBody>
      </p:sp>
      <p:pic>
        <p:nvPicPr>
          <p:cNvPr id="3" name="Picture 2" descr="image (3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0182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Upload the .pt model exported from AI Vision Studio. This model will be bundled into the APK.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2423160"/>
            <a:ext cx="6583680" cy="150876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C00000"/>
                </a:solidFill>
              </a:defRPr>
            </a:pPr>
            <a:r>
              <a:t>Step 9: Configure Inspection Tasks</a:t>
            </a:r>
          </a:p>
        </p:txBody>
      </p:sp>
      <p:pic>
        <p:nvPicPr>
          <p:cNvPr id="3" name="Picture 2" descr="image (4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151134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Define sequential inspection workflows. Map model codes to specific capture instructions for operators.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91639" y="4937760"/>
            <a:ext cx="5760720" cy="75438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C00000"/>
                </a:solidFill>
              </a:defRPr>
            </a:pPr>
            <a:r>
              <a:t>Step 10: Build and Export Final APK</a:t>
            </a:r>
          </a:p>
        </p:txBody>
      </p:sp>
      <p:pic>
        <p:nvPicPr>
          <p:cNvPr id="3" name="Picture 2" descr="image (4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145067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 the configuration and click 'Build Final APK' to generate the Android installer for testing on devices.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103120" y="5440680"/>
            <a:ext cx="4937759" cy="402336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