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8" r:id="rId11"/>
    <p:sldId id="280" r:id="rId12"/>
    <p:sldId id="276" r:id="rId13"/>
    <p:sldId id="270" r:id="rId14"/>
    <p:sldId id="281" r:id="rId15"/>
    <p:sldId id="290" r:id="rId16"/>
    <p:sldId id="282" r:id="rId17"/>
    <p:sldId id="283" r:id="rId18"/>
    <p:sldId id="284" r:id="rId19"/>
    <p:sldId id="285" r:id="rId20"/>
    <p:sldId id="286" r:id="rId21"/>
    <p:sldId id="287" r:id="rId22"/>
    <p:sldId id="28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0A281-4350-4ED9-99EA-743C4D21BDA8}" v="1" dt="2026-04-02T10:25:47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07731-824B-5E12-9BAD-E0AAE60F745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425876"/>
            <a:ext cx="952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0" y="2690336"/>
            <a:ext cx="193681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</a:t>
            </a:r>
            <a:r>
              <a:rPr dirty="0"/>
              <a:t> – S</a:t>
            </a:r>
            <a:r>
              <a:rPr lang="en-US" dirty="0"/>
              <a:t>OP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27020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 Stage </a:t>
            </a:r>
            <a:r>
              <a:rPr dirty="0"/>
              <a:t>– Step 1: Access the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718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 b="1"/>
            </a:pPr>
            <a:r>
              <a:rPr lang="en-US"/>
              <a:t>Open</a:t>
            </a:r>
            <a:r>
              <a:t> link: https://mai-quality-bot-uat.m-devsecops.com/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356FE8-7FCA-4A71-3814-8800328BA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>
            <a:fillRect/>
          </a:stretch>
        </p:blipFill>
        <p:spPr bwMode="auto">
          <a:xfrm>
            <a:off x="187452" y="2159543"/>
            <a:ext cx="8769096" cy="426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28457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2: Create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8127" y="4219837"/>
            <a:ext cx="29260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400" b="1"/>
            </a:pPr>
            <a:r>
              <a:rPr dirty="0"/>
              <a:t>If new user then create account fill </a:t>
            </a:r>
            <a:r>
              <a:rPr lang="en-US" dirty="0"/>
              <a:t>all </a:t>
            </a:r>
            <a:r>
              <a:rPr dirty="0"/>
              <a:t>details</a:t>
            </a:r>
            <a:r>
              <a:rPr lang="en-US" dirty="0"/>
              <a:t> and click on Sign Up.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605178E-5B76-F59D-0A14-07C65EE5C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51" y="1233487"/>
            <a:ext cx="593407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6F9B55-852F-DA40-EA0A-68F6518D291B}"/>
              </a:ext>
            </a:extLst>
          </p:cNvPr>
          <p:cNvSpPr/>
          <p:nvPr/>
        </p:nvSpPr>
        <p:spPr>
          <a:xfrm>
            <a:off x="3867912" y="4443984"/>
            <a:ext cx="1847088" cy="5760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A0F99D-F869-ABDD-51B7-02D77615BA76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5715000" y="4732020"/>
            <a:ext cx="6331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725443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3: 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1696" y="3734416"/>
            <a:ext cx="17510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400" b="1"/>
            </a:pPr>
            <a:r>
              <a:rPr dirty="0"/>
              <a:t>If already sign up then </a:t>
            </a:r>
            <a:r>
              <a:rPr lang="en-US" dirty="0"/>
              <a:t>Enter Username and Password and </a:t>
            </a:r>
            <a:r>
              <a:rPr dirty="0"/>
              <a:t>click on login.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3C977D-6BA9-6781-BF33-6DC8CBE61003}"/>
              </a:ext>
            </a:extLst>
          </p:cNvPr>
          <p:cNvCxnSpPr>
            <a:cxnSpLocks/>
          </p:cNvCxnSpPr>
          <p:nvPr/>
        </p:nvCxnSpPr>
        <p:spPr>
          <a:xfrm>
            <a:off x="5113782" y="5111496"/>
            <a:ext cx="90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A2597A-EB04-9920-9EB0-EE40ED4E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28" y="1681162"/>
            <a:ext cx="586740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EFAB1F6-F51D-6C2F-2834-DAFF83258C9E}"/>
              </a:ext>
            </a:extLst>
          </p:cNvPr>
          <p:cNvSpPr/>
          <p:nvPr/>
        </p:nvSpPr>
        <p:spPr>
          <a:xfrm>
            <a:off x="3995928" y="4142232"/>
            <a:ext cx="1892808" cy="63091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81B713-0E43-CA71-5842-B2360FB6A07F}"/>
              </a:ext>
            </a:extLst>
          </p:cNvPr>
          <p:cNvCxnSpPr>
            <a:stCxn id="5" idx="1"/>
            <a:endCxn id="3" idx="3"/>
          </p:cNvCxnSpPr>
          <p:nvPr/>
        </p:nvCxnSpPr>
        <p:spPr>
          <a:xfrm flipH="1">
            <a:off x="5888736" y="4457691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80880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4: </a:t>
            </a:r>
            <a:r>
              <a:rPr lang="en-US" dirty="0"/>
              <a:t>Home Page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6510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 b="1"/>
            </a:pPr>
            <a:r>
              <a:t>Fill username and password and click on login</a:t>
            </a:r>
            <a:r>
              <a:rPr lang="en-US"/>
              <a:t>, below Window will open </a:t>
            </a:r>
            <a:endParaRPr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A27B8FF-2D1E-071D-9DF6-EA5312A59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086737"/>
            <a:ext cx="84582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373544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5: Select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" y="3547426"/>
            <a:ext cx="23500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400" b="1"/>
            </a:pPr>
            <a:r>
              <a:rPr dirty="0"/>
              <a:t>A new window will open then click on </a:t>
            </a:r>
            <a:r>
              <a:rPr lang="en-US" dirty="0"/>
              <a:t>Z-Stage Layout Preparation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20E86-84E5-B291-89C3-7CD092BF7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9" y="1280160"/>
            <a:ext cx="6062473" cy="45345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056282-B7E3-E91D-F5E9-C2C23AFE7D0D}"/>
              </a:ext>
            </a:extLst>
          </p:cNvPr>
          <p:cNvSpPr/>
          <p:nvPr/>
        </p:nvSpPr>
        <p:spPr>
          <a:xfrm>
            <a:off x="2985515" y="3497250"/>
            <a:ext cx="2971800" cy="111601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F1959A-9492-994D-7762-8094A85DA06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359152" y="4055257"/>
            <a:ext cx="626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09607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6: Main Panel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791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400" b="1"/>
            </a:pPr>
            <a:r>
              <a:rPr dirty="0"/>
              <a:t>In main panel you will able to see </a:t>
            </a:r>
            <a:r>
              <a:rPr lang="en-US" dirty="0"/>
              <a:t>New Layout Window</a:t>
            </a:r>
            <a:r>
              <a:rPr dirty="0"/>
              <a:t>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3BFB188-9211-239A-6348-0297B4B4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2171065"/>
            <a:ext cx="8668512" cy="432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2247" y="182880"/>
            <a:ext cx="5073377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7</a:t>
            </a:r>
            <a:r>
              <a:rPr dirty="0"/>
              <a:t>: Left Panel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2584" y="1545336"/>
            <a:ext cx="29260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1400" b="1"/>
            </a:pPr>
            <a:r>
              <a:rPr dirty="0"/>
              <a:t>In left panel you will see dashboard</a:t>
            </a:r>
            <a:endParaRPr lang="en-US" dirty="0"/>
          </a:p>
          <a:p>
            <a:pPr>
              <a:spcAft>
                <a:spcPts val="1200"/>
              </a:spcAft>
              <a:defRPr sz="1400" b="1"/>
            </a:pPr>
            <a:r>
              <a:rPr lang="en-IN" dirty="0"/>
              <a:t>1. Layout Preparation</a:t>
            </a:r>
            <a:r>
              <a:rPr dirty="0"/>
              <a:t>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 b="1"/>
            </a:pPr>
            <a:r>
              <a:rPr lang="en-US" dirty="0"/>
              <a:t>Add Box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 b="1"/>
            </a:pPr>
            <a:r>
              <a:rPr lang="en-US" dirty="0"/>
              <a:t>Add Buyoff</a:t>
            </a:r>
            <a:r>
              <a:rPr dirty="0"/>
              <a:t>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 b="1"/>
            </a:pPr>
            <a:r>
              <a:rPr lang="en-IN" dirty="0"/>
              <a:t>Save Layout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400" b="1"/>
            </a:pPr>
            <a:r>
              <a:rPr lang="en-IN" dirty="0"/>
              <a:t>Select Layout</a:t>
            </a:r>
          </a:p>
          <a:p>
            <a:pPr>
              <a:spcAft>
                <a:spcPts val="1200"/>
              </a:spcAft>
              <a:defRPr sz="1400" b="1"/>
            </a:pPr>
            <a:r>
              <a:rPr lang="en-IN" dirty="0"/>
              <a:t>2. Input Data</a:t>
            </a:r>
          </a:p>
          <a:p>
            <a:pPr>
              <a:spcAft>
                <a:spcPts val="1200"/>
              </a:spcAft>
              <a:defRPr sz="1400" b="1"/>
            </a:pPr>
            <a:r>
              <a:rPr lang="en-IN" dirty="0"/>
              <a:t>3. Z-Stage Dashboard</a:t>
            </a:r>
            <a:endParaRPr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63B2C9A-6A08-94F8-A316-61BABB815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420" y="1024509"/>
            <a:ext cx="2143125" cy="565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F2AF1-1A15-9F13-F4AB-4D59B82C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4ED19B-3782-96C8-8AA9-821295676951}"/>
              </a:ext>
            </a:extLst>
          </p:cNvPr>
          <p:cNvSpPr txBox="1"/>
          <p:nvPr/>
        </p:nvSpPr>
        <p:spPr>
          <a:xfrm>
            <a:off x="1339068" y="169953"/>
            <a:ext cx="3425681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8</a:t>
            </a:r>
            <a:r>
              <a:rPr dirty="0"/>
              <a:t>:</a:t>
            </a:r>
            <a:r>
              <a:rPr lang="en-US" dirty="0"/>
              <a:t> Add Box</a:t>
            </a:r>
            <a:endParaRPr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60BBDE-1B71-A9C9-6097-AC9211E2A502}"/>
              </a:ext>
            </a:extLst>
          </p:cNvPr>
          <p:cNvCxnSpPr>
            <a:cxnSpLocks/>
          </p:cNvCxnSpPr>
          <p:nvPr/>
        </p:nvCxnSpPr>
        <p:spPr>
          <a:xfrm>
            <a:off x="2526982" y="2388590"/>
            <a:ext cx="5011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F2C5204-53DC-132B-966F-CD71755919C6}"/>
              </a:ext>
            </a:extLst>
          </p:cNvPr>
          <p:cNvSpPr txBox="1"/>
          <p:nvPr/>
        </p:nvSpPr>
        <p:spPr>
          <a:xfrm>
            <a:off x="3028116" y="2234702"/>
            <a:ext cx="3473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/>
            </a:pPr>
            <a:r>
              <a:rPr lang="en-US" dirty="0"/>
              <a:t>Click on Add Box new window will open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8B7C835-363A-1A30-89FA-BB1EDBFEA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" y="1104424"/>
            <a:ext cx="2143125" cy="548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668C72-9849-A68D-1EDB-218CA15E95DC}"/>
              </a:ext>
            </a:extLst>
          </p:cNvPr>
          <p:cNvSpPr/>
          <p:nvPr/>
        </p:nvSpPr>
        <p:spPr>
          <a:xfrm>
            <a:off x="466344" y="2234702"/>
            <a:ext cx="1965960" cy="30777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26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9653-8657-4D8B-3AAC-FBF6DCBB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B4C175-E9DC-CC63-98F3-CB5258EBAB08}"/>
              </a:ext>
            </a:extLst>
          </p:cNvPr>
          <p:cNvSpPr txBox="1"/>
          <p:nvPr/>
        </p:nvSpPr>
        <p:spPr>
          <a:xfrm>
            <a:off x="457200" y="274638"/>
            <a:ext cx="5129784" cy="840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ED1C24"/>
                </a:solidFill>
              </a:defRPr>
            </a:pPr>
            <a:r>
              <a:rPr lang="en-US" sz="2800" dirty="0"/>
              <a:t>Z-Stage </a:t>
            </a:r>
            <a:r>
              <a:rPr lang="en-US" sz="2800" kern="1200" dirty="0">
                <a:latin typeface="+mj-lt"/>
                <a:ea typeface="+mj-ea"/>
                <a:cs typeface="+mj-cs"/>
              </a:rPr>
              <a:t>– Step 9: Fill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08D0A-651E-4C99-6A64-BE8ACC3AB040}"/>
              </a:ext>
            </a:extLst>
          </p:cNvPr>
          <p:cNvSpPr txBox="1"/>
          <p:nvPr/>
        </p:nvSpPr>
        <p:spPr>
          <a:xfrm>
            <a:off x="4489705" y="1874520"/>
            <a:ext cx="4119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Fill Out All Details</a:t>
            </a:r>
          </a:p>
          <a:p>
            <a:r>
              <a:rPr lang="en-US" sz="1400" b="1" dirty="0"/>
              <a:t> 1. Station / Line Name</a:t>
            </a:r>
          </a:p>
          <a:p>
            <a:r>
              <a:rPr lang="en-US" sz="1400" b="1" dirty="0"/>
              <a:t> 2. Select Auto IDs to  automatically assign IDs</a:t>
            </a:r>
          </a:p>
          <a:p>
            <a:r>
              <a:rPr lang="en-US" sz="1400" b="1" dirty="0"/>
              <a:t> 3. Station to Prefix</a:t>
            </a:r>
          </a:p>
          <a:p>
            <a:r>
              <a:rPr lang="en-US" sz="1400" b="1" dirty="0"/>
              <a:t> 4. Number of Station </a:t>
            </a:r>
          </a:p>
          <a:p>
            <a:r>
              <a:rPr lang="en-US" sz="1400" b="1" dirty="0"/>
              <a:t> 5. Turn off the Toggle if you want stations in   ascending   order </a:t>
            </a:r>
            <a:endParaRPr lang="en-IN" sz="1400" b="1" dirty="0"/>
          </a:p>
          <a:p>
            <a:r>
              <a:rPr lang="en-IN" sz="1400" b="1" dirty="0"/>
              <a:t> 6. Turn on the Toggle if you want stations in descending order</a:t>
            </a:r>
          </a:p>
          <a:p>
            <a:r>
              <a:rPr lang="en-IN" sz="1400" b="1" dirty="0"/>
              <a:t> 7. Write description for stations(Optional)</a:t>
            </a:r>
          </a:p>
          <a:p>
            <a:r>
              <a:rPr lang="en-IN" sz="1400" b="1" dirty="0"/>
              <a:t> 8. You will be able to see number of stations that you have selected </a:t>
            </a:r>
            <a:endParaRPr lang="en-US" sz="1400" b="1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98F8A8A1-D705-2080-85B3-41EA4715D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9" y="1330452"/>
            <a:ext cx="4119269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5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39D2-ADE3-A634-1D1D-09C485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59A52-4507-C374-3535-A9E886C55FE0}"/>
              </a:ext>
            </a:extLst>
          </p:cNvPr>
          <p:cNvSpPr txBox="1"/>
          <p:nvPr/>
        </p:nvSpPr>
        <p:spPr>
          <a:xfrm>
            <a:off x="1124712" y="109327"/>
            <a:ext cx="43068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kern="1200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ED1C24"/>
                </a:solidFill>
              </a:defRPr>
            </a:pPr>
            <a:r>
              <a:rPr lang="en-US" sz="2800" kern="1200" dirty="0">
                <a:latin typeface="+mj-lt"/>
                <a:ea typeface="+mj-ea"/>
                <a:cs typeface="+mj-cs"/>
              </a:rPr>
              <a:t>Z-Stage – Step 9: </a:t>
            </a:r>
            <a:r>
              <a:rPr lang="en-US" sz="2800" b="1" dirty="0">
                <a:solidFill>
                  <a:srgbClr val="ED1C24"/>
                </a:solidFill>
              </a:rPr>
              <a:t>Fill Details</a:t>
            </a:r>
            <a:endParaRPr lang="en-US" sz="28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D7469-AB19-A90E-D3CD-BECA3B4061C8}"/>
              </a:ext>
            </a:extLst>
          </p:cNvPr>
          <p:cNvSpPr txBox="1"/>
          <p:nvPr/>
        </p:nvSpPr>
        <p:spPr>
          <a:xfrm>
            <a:off x="527684" y="4046475"/>
            <a:ext cx="4119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Turn on the Toggle if you want stations in descending order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731318C-B605-504B-432E-594A81924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437" y="1326198"/>
            <a:ext cx="3969363" cy="502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853AB0-0AE7-D24C-B24C-327978ED0A54}"/>
              </a:ext>
            </a:extLst>
          </p:cNvPr>
          <p:cNvSpPr/>
          <p:nvPr/>
        </p:nvSpPr>
        <p:spPr>
          <a:xfrm>
            <a:off x="5897880" y="4160342"/>
            <a:ext cx="484632" cy="2954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4B8452-53B4-B903-BACE-B1F70F5F99CB}"/>
              </a:ext>
            </a:extLst>
          </p:cNvPr>
          <p:cNvCxnSpPr>
            <a:stCxn id="6" idx="1"/>
            <a:endCxn id="4" idx="3"/>
          </p:cNvCxnSpPr>
          <p:nvPr/>
        </p:nvCxnSpPr>
        <p:spPr>
          <a:xfrm flipH="1">
            <a:off x="4646954" y="4308085"/>
            <a:ext cx="12509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67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E1895-6E66-EE39-1928-0B8CF3B9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85954-D1DC-2377-0290-60BC463E39C2}"/>
              </a:ext>
            </a:extLst>
          </p:cNvPr>
          <p:cNvSpPr txBox="1"/>
          <p:nvPr/>
        </p:nvSpPr>
        <p:spPr>
          <a:xfrm>
            <a:off x="731520" y="365760"/>
            <a:ext cx="3837076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10</a:t>
            </a:r>
            <a:r>
              <a:rPr dirty="0"/>
              <a:t>:</a:t>
            </a:r>
            <a:r>
              <a:rPr lang="en-US" dirty="0"/>
              <a:t> </a:t>
            </a:r>
            <a:r>
              <a:rPr lang="en-US" sz="2400" b="1" dirty="0">
                <a:solidFill>
                  <a:srgbClr val="ED1C24"/>
                </a:solidFill>
              </a:rPr>
              <a:t>Fill Details</a:t>
            </a:r>
            <a:endParaRPr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7E18C6A-DD1D-0059-052D-A440C8D60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58" y="1298448"/>
            <a:ext cx="4762500" cy="519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9E0CDB-CDED-1223-065A-18FFC9336AA0}"/>
              </a:ext>
            </a:extLst>
          </p:cNvPr>
          <p:cNvSpPr/>
          <p:nvPr/>
        </p:nvSpPr>
        <p:spPr>
          <a:xfrm>
            <a:off x="3483864" y="5715000"/>
            <a:ext cx="1088136" cy="46634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E1502-C283-AC15-7F0B-166BCFC6D9B3}"/>
              </a:ext>
            </a:extLst>
          </p:cNvPr>
          <p:cNvSpPr txBox="1"/>
          <p:nvPr/>
        </p:nvSpPr>
        <p:spPr>
          <a:xfrm>
            <a:off x="5472786" y="5794283"/>
            <a:ext cx="411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After filling all details click on Add Box</a:t>
            </a:r>
            <a:endParaRPr lang="en-IN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ED70C1-EEEB-A0D8-C7DF-957D6697055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572000" y="5948172"/>
            <a:ext cx="9007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150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56B1-2992-233C-F2D4-CB2B9E20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9DB79-7348-CA7E-AC3F-5557A4C1697D}"/>
              </a:ext>
            </a:extLst>
          </p:cNvPr>
          <p:cNvSpPr txBox="1"/>
          <p:nvPr/>
        </p:nvSpPr>
        <p:spPr>
          <a:xfrm>
            <a:off x="731520" y="365760"/>
            <a:ext cx="495513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11</a:t>
            </a:r>
            <a:r>
              <a:rPr dirty="0"/>
              <a:t>:</a:t>
            </a:r>
            <a:r>
              <a:rPr lang="en-US" dirty="0"/>
              <a:t> Layout Preparation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82A6C-8E6B-1A54-D887-BE062472AB9B}"/>
              </a:ext>
            </a:extLst>
          </p:cNvPr>
          <p:cNvSpPr txBox="1"/>
          <p:nvPr/>
        </p:nvSpPr>
        <p:spPr>
          <a:xfrm>
            <a:off x="655700" y="1486459"/>
            <a:ext cx="4684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</a:t>
            </a:r>
            <a:r>
              <a:rPr lang="en-IN" sz="1400" b="1" dirty="0" err="1"/>
              <a:t>ew</a:t>
            </a:r>
            <a:r>
              <a:rPr lang="en-IN" sz="1400" b="1" dirty="0"/>
              <a:t> Layout window with selected stations will be generated 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50C365A9-2853-DBA3-86D8-ADD6079F2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0"/>
          <a:stretch>
            <a:fillRect/>
          </a:stretch>
        </p:blipFill>
        <p:spPr bwMode="auto">
          <a:xfrm>
            <a:off x="137160" y="2020823"/>
            <a:ext cx="8641080" cy="424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073672-4BE4-5E82-5847-6196C77D5C5C}"/>
              </a:ext>
            </a:extLst>
          </p:cNvPr>
          <p:cNvCxnSpPr/>
          <p:nvPr/>
        </p:nvCxnSpPr>
        <p:spPr>
          <a:xfrm>
            <a:off x="5742432" y="3813048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55F8B6-722F-F9B7-8EA7-C8FAC73EF8F2}"/>
              </a:ext>
            </a:extLst>
          </p:cNvPr>
          <p:cNvSpPr txBox="1"/>
          <p:nvPr/>
        </p:nvSpPr>
        <p:spPr>
          <a:xfrm>
            <a:off x="6647688" y="3429000"/>
            <a:ext cx="175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You can move this layout by clicking on it</a:t>
            </a:r>
            <a:endParaRPr lang="en-IN" sz="1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CE317B-E0A0-B5BB-E617-E8D1BE7FFE92}"/>
              </a:ext>
            </a:extLst>
          </p:cNvPr>
          <p:cNvSpPr/>
          <p:nvPr/>
        </p:nvSpPr>
        <p:spPr>
          <a:xfrm>
            <a:off x="1627632" y="2350008"/>
            <a:ext cx="786384" cy="3077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F67DB-2E43-1A17-6373-2280AFE9479A}"/>
              </a:ext>
            </a:extLst>
          </p:cNvPr>
          <p:cNvSpPr txBox="1"/>
          <p:nvPr/>
        </p:nvSpPr>
        <p:spPr>
          <a:xfrm>
            <a:off x="2657856" y="2350007"/>
            <a:ext cx="382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Click on New Layout to edit the name of Layout</a:t>
            </a:r>
            <a:endParaRPr lang="en-IN" sz="14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DD87E4-09A5-FC72-6F45-C3643592485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2414016" y="2503896"/>
            <a:ext cx="2438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13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D47F-B5BF-E90D-6222-D2EC5F871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C817F-DBB9-9CE5-78C7-7A8AF2C4FE4C}"/>
              </a:ext>
            </a:extLst>
          </p:cNvPr>
          <p:cNvSpPr txBox="1"/>
          <p:nvPr/>
        </p:nvSpPr>
        <p:spPr>
          <a:xfrm>
            <a:off x="731520" y="365760"/>
            <a:ext cx="495513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11</a:t>
            </a:r>
            <a:r>
              <a:rPr dirty="0"/>
              <a:t>:</a:t>
            </a:r>
            <a:r>
              <a:rPr lang="en-US" dirty="0"/>
              <a:t> Layout Preparation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84BD8-0744-8985-D6F9-C86B947DB0E2}"/>
              </a:ext>
            </a:extLst>
          </p:cNvPr>
          <p:cNvSpPr txBox="1"/>
          <p:nvPr/>
        </p:nvSpPr>
        <p:spPr>
          <a:xfrm>
            <a:off x="655700" y="1486459"/>
            <a:ext cx="4684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To add Buyoff, Click on Add Buyoff</a:t>
            </a:r>
            <a:r>
              <a:rPr lang="en-IN" sz="1400" b="1" dirty="0"/>
              <a:t>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6FA3DE4-520C-B38B-961F-4352CBBD5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" y="2068322"/>
            <a:ext cx="8650224" cy="433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55C723-CD77-9EDA-FA8F-70A4A30C66EC}"/>
              </a:ext>
            </a:extLst>
          </p:cNvPr>
          <p:cNvSpPr/>
          <p:nvPr/>
        </p:nvSpPr>
        <p:spPr>
          <a:xfrm>
            <a:off x="109728" y="3227832"/>
            <a:ext cx="1408176" cy="2743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462BD-FA0F-0AE8-C28E-5501DE07FB00}"/>
              </a:ext>
            </a:extLst>
          </p:cNvPr>
          <p:cNvSpPr/>
          <p:nvPr/>
        </p:nvSpPr>
        <p:spPr>
          <a:xfrm>
            <a:off x="6035040" y="3639312"/>
            <a:ext cx="1490472" cy="108813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07851-47ED-4A07-A8C4-1D832A68DF9B}"/>
              </a:ext>
            </a:extLst>
          </p:cNvPr>
          <p:cNvSpPr txBox="1"/>
          <p:nvPr/>
        </p:nvSpPr>
        <p:spPr>
          <a:xfrm>
            <a:off x="5943600" y="5001534"/>
            <a:ext cx="2606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Buyoff will get added</a:t>
            </a:r>
            <a:endParaRPr lang="en-IN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91889D-56EE-76E2-896E-2F36DEAEC1B9}"/>
              </a:ext>
            </a:extLst>
          </p:cNvPr>
          <p:cNvCxnSpPr>
            <a:stCxn id="5" idx="2"/>
          </p:cNvCxnSpPr>
          <p:nvPr/>
        </p:nvCxnSpPr>
        <p:spPr>
          <a:xfrm>
            <a:off x="6780276" y="4727448"/>
            <a:ext cx="0" cy="274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689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5852A-1499-B252-9254-CEEC3E5F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655060-2DB9-4829-5E4B-95B50988AEA9}"/>
              </a:ext>
            </a:extLst>
          </p:cNvPr>
          <p:cNvSpPr txBox="1"/>
          <p:nvPr/>
        </p:nvSpPr>
        <p:spPr>
          <a:xfrm>
            <a:off x="731520" y="365760"/>
            <a:ext cx="495513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11</a:t>
            </a:r>
            <a:r>
              <a:rPr dirty="0"/>
              <a:t>:</a:t>
            </a:r>
            <a:r>
              <a:rPr lang="en-US" dirty="0"/>
              <a:t> Layout Preparation</a:t>
            </a:r>
            <a:endParaRPr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2E5F3AC0-E826-C5B3-9C9A-4AB7942DF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"/>
          <a:stretch>
            <a:fillRect/>
          </a:stretch>
        </p:blipFill>
        <p:spPr bwMode="auto">
          <a:xfrm>
            <a:off x="146304" y="2148840"/>
            <a:ext cx="8851392" cy="4151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B6FF4D-66A5-AB87-B081-CEA20C6910F5}"/>
              </a:ext>
            </a:extLst>
          </p:cNvPr>
          <p:cNvSpPr txBox="1"/>
          <p:nvPr/>
        </p:nvSpPr>
        <p:spPr>
          <a:xfrm>
            <a:off x="466344" y="1486459"/>
            <a:ext cx="8302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Click on Select Layout Dropdown where all Layout are</a:t>
            </a:r>
            <a:r>
              <a:rPr lang="en-IN" sz="1400" b="1" dirty="0"/>
              <a:t> saved just click on the Layout if you want to do changes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9BF18-A639-7E07-D11B-F5E5EEE072F3}"/>
              </a:ext>
            </a:extLst>
          </p:cNvPr>
          <p:cNvSpPr/>
          <p:nvPr/>
        </p:nvSpPr>
        <p:spPr>
          <a:xfrm>
            <a:off x="265176" y="3849624"/>
            <a:ext cx="1298448" cy="130759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459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1252-28AE-E99A-B5D5-D4F8ADE3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31098B-4690-5502-6588-3718BA832DC3}"/>
              </a:ext>
            </a:extLst>
          </p:cNvPr>
          <p:cNvSpPr txBox="1"/>
          <p:nvPr/>
        </p:nvSpPr>
        <p:spPr>
          <a:xfrm>
            <a:off x="731520" y="365760"/>
            <a:ext cx="495513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11</a:t>
            </a:r>
            <a:r>
              <a:rPr dirty="0"/>
              <a:t>:</a:t>
            </a:r>
            <a:r>
              <a:rPr lang="en-US" dirty="0"/>
              <a:t> Layout Preparation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B12EFF-CC98-9487-4183-07D234B31398}"/>
              </a:ext>
            </a:extLst>
          </p:cNvPr>
          <p:cNvSpPr txBox="1"/>
          <p:nvPr/>
        </p:nvSpPr>
        <p:spPr>
          <a:xfrm>
            <a:off x="655700" y="1486459"/>
            <a:ext cx="672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To add more station and buyoff you can click on Add Box and Add Buyoff respectively</a:t>
            </a:r>
            <a:r>
              <a:rPr lang="en-IN" sz="1400" b="1" dirty="0"/>
              <a:t> 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EBFB698C-E606-AA0D-FE26-7579A1E30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04" y="1986260"/>
            <a:ext cx="8622792" cy="431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992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9AA1-150B-5F50-FFD0-18B698B9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D25A8D-AF02-4936-D2BF-F2DE4C8016A0}"/>
              </a:ext>
            </a:extLst>
          </p:cNvPr>
          <p:cNvSpPr txBox="1"/>
          <p:nvPr/>
        </p:nvSpPr>
        <p:spPr>
          <a:xfrm>
            <a:off x="731520" y="365760"/>
            <a:ext cx="410977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12 </a:t>
            </a:r>
            <a:r>
              <a:rPr dirty="0"/>
              <a:t>:</a:t>
            </a:r>
            <a:r>
              <a:rPr lang="en-US" dirty="0"/>
              <a:t> Save Layout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3F11F-803A-1940-14CC-873282F552F4}"/>
              </a:ext>
            </a:extLst>
          </p:cNvPr>
          <p:cNvSpPr txBox="1"/>
          <p:nvPr/>
        </p:nvSpPr>
        <p:spPr>
          <a:xfrm>
            <a:off x="655700" y="1486459"/>
            <a:ext cx="6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 connect all station you have to drag an arrow from one stage to another.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After connecting all stages click on Save Layout.</a:t>
            </a:r>
            <a:endParaRPr lang="en-IN" sz="1400" b="1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57B0D59-D0FA-EBF3-FF57-046F77E5A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76" y="2185353"/>
            <a:ext cx="8613648" cy="430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20BF6D-30CA-FCEF-BA0F-6D1A457F44F9}"/>
              </a:ext>
            </a:extLst>
          </p:cNvPr>
          <p:cNvSpPr/>
          <p:nvPr/>
        </p:nvSpPr>
        <p:spPr>
          <a:xfrm>
            <a:off x="338328" y="3602736"/>
            <a:ext cx="1298448" cy="32004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0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5E8B-134D-E5BF-B0C4-88866607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3F3BA7-0FE7-7C54-E7EF-C40D7724C793}"/>
              </a:ext>
            </a:extLst>
          </p:cNvPr>
          <p:cNvSpPr txBox="1"/>
          <p:nvPr/>
        </p:nvSpPr>
        <p:spPr>
          <a:xfrm>
            <a:off x="731520" y="365760"/>
            <a:ext cx="4991046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13 </a:t>
            </a:r>
            <a:r>
              <a:rPr dirty="0"/>
              <a:t>:</a:t>
            </a:r>
            <a:r>
              <a:rPr lang="en-US" dirty="0"/>
              <a:t> Z-Stage Dashboard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7E992-FE1D-62FA-BBA8-5A4287D790ED}"/>
              </a:ext>
            </a:extLst>
          </p:cNvPr>
          <p:cNvSpPr txBox="1"/>
          <p:nvPr/>
        </p:nvSpPr>
        <p:spPr>
          <a:xfrm>
            <a:off x="655700" y="1486459"/>
            <a:ext cx="672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Once Layout is saved you will able to see this Window in Z-Stage Dashboard.</a:t>
            </a:r>
            <a:endParaRPr lang="en-IN" sz="1400" b="1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516D4E52-50D4-468C-8A80-7BB0902D0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96" y="2176271"/>
            <a:ext cx="8750808" cy="408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07AE18-0A12-04F2-0EFB-4FE8CFA78782}"/>
              </a:ext>
            </a:extLst>
          </p:cNvPr>
          <p:cNvSpPr/>
          <p:nvPr/>
        </p:nvSpPr>
        <p:spPr>
          <a:xfrm>
            <a:off x="196596" y="3209544"/>
            <a:ext cx="1449324" cy="41148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1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6831-C90C-D4E6-A4AC-32C757B6F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6CEE1-FD85-5246-7632-76F940C53D98}"/>
              </a:ext>
            </a:extLst>
          </p:cNvPr>
          <p:cNvSpPr txBox="1"/>
          <p:nvPr/>
        </p:nvSpPr>
        <p:spPr>
          <a:xfrm>
            <a:off x="731520" y="365760"/>
            <a:ext cx="3945311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14 </a:t>
            </a:r>
            <a:r>
              <a:rPr dirty="0"/>
              <a:t>:</a:t>
            </a:r>
            <a:r>
              <a:rPr lang="en-US" dirty="0"/>
              <a:t> Input Data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FA754-B633-A73E-3E99-D9A0EEE72B80}"/>
              </a:ext>
            </a:extLst>
          </p:cNvPr>
          <p:cNvSpPr txBox="1"/>
          <p:nvPr/>
        </p:nvSpPr>
        <p:spPr>
          <a:xfrm>
            <a:off x="655700" y="1486459"/>
            <a:ext cx="672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Click on Input Data to load the Data into Layout.</a:t>
            </a:r>
            <a:endParaRPr lang="en-IN" sz="1400" b="1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ED7926EE-A64D-849D-2445-B6B1B8BCA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12" y="2176271"/>
            <a:ext cx="8494776" cy="400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32638F-4AD3-1A8A-29CB-34DD645A2982}"/>
              </a:ext>
            </a:extLst>
          </p:cNvPr>
          <p:cNvSpPr/>
          <p:nvPr/>
        </p:nvSpPr>
        <p:spPr>
          <a:xfrm>
            <a:off x="324612" y="2916936"/>
            <a:ext cx="1458468" cy="39319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893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D4DC7-1DF2-5CF9-075E-40C09BA0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3394B-313D-C2D2-CC28-EAD63B82C08F}"/>
              </a:ext>
            </a:extLst>
          </p:cNvPr>
          <p:cNvSpPr txBox="1"/>
          <p:nvPr/>
        </p:nvSpPr>
        <p:spPr>
          <a:xfrm>
            <a:off x="731520" y="365760"/>
            <a:ext cx="3945311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14 </a:t>
            </a:r>
            <a:r>
              <a:rPr dirty="0"/>
              <a:t>:</a:t>
            </a:r>
            <a:r>
              <a:rPr lang="en-US" dirty="0"/>
              <a:t> Input Data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4B0BF-4E36-E841-3F8C-9373E47FB786}"/>
              </a:ext>
            </a:extLst>
          </p:cNvPr>
          <p:cNvSpPr txBox="1"/>
          <p:nvPr/>
        </p:nvSpPr>
        <p:spPr>
          <a:xfrm>
            <a:off x="655700" y="1486459"/>
            <a:ext cx="6723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Select the Data File and click on Upload File.</a:t>
            </a:r>
            <a:endParaRPr lang="en-IN" sz="1400" b="1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F476E45-477C-DB4A-A8B3-6708AF74E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02" y="2256678"/>
            <a:ext cx="7918704" cy="378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A51D27-09AA-62A6-03D8-A21E65B6B30F}"/>
              </a:ext>
            </a:extLst>
          </p:cNvPr>
          <p:cNvSpPr/>
          <p:nvPr/>
        </p:nvSpPr>
        <p:spPr>
          <a:xfrm>
            <a:off x="1636776" y="4562856"/>
            <a:ext cx="850392" cy="33832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61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6054F-8395-AA1A-E6B2-436552AE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179D27-7DD4-26C0-F2D3-F12CD924886F}"/>
              </a:ext>
            </a:extLst>
          </p:cNvPr>
          <p:cNvSpPr txBox="1"/>
          <p:nvPr/>
        </p:nvSpPr>
        <p:spPr>
          <a:xfrm>
            <a:off x="731520" y="365760"/>
            <a:ext cx="3945311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14 </a:t>
            </a:r>
            <a:r>
              <a:rPr dirty="0"/>
              <a:t>:</a:t>
            </a:r>
            <a:r>
              <a:rPr lang="en-US" dirty="0"/>
              <a:t> Input Data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EC8E5-8460-0B20-B6A9-4E266D1083F7}"/>
              </a:ext>
            </a:extLst>
          </p:cNvPr>
          <p:cNvSpPr txBox="1"/>
          <p:nvPr/>
        </p:nvSpPr>
        <p:spPr>
          <a:xfrm>
            <a:off x="655700" y="1486459"/>
            <a:ext cx="6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Once you click on Upload File you will get Success Message and by clicking on view Master Data you are able to see the Data.</a:t>
            </a:r>
            <a:endParaRPr lang="en-IN" sz="1400" b="1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F29C472B-8E3C-FAFC-DFA7-3B7DC30B3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4" y="2194877"/>
            <a:ext cx="8406004" cy="429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5FAB6A-AB14-4B62-A055-93F37574FB9A}"/>
              </a:ext>
            </a:extLst>
          </p:cNvPr>
          <p:cNvSpPr/>
          <p:nvPr/>
        </p:nvSpPr>
        <p:spPr>
          <a:xfrm>
            <a:off x="1819656" y="5184648"/>
            <a:ext cx="3511296" cy="8046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53C1B-DFC1-7D23-8C82-9BA204A60A38}"/>
              </a:ext>
            </a:extLst>
          </p:cNvPr>
          <p:cNvSpPr txBox="1"/>
          <p:nvPr/>
        </p:nvSpPr>
        <p:spPr>
          <a:xfrm>
            <a:off x="5709094" y="5325374"/>
            <a:ext cx="323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Click on View Master Data to see the loaded Data</a:t>
            </a:r>
            <a:endParaRPr lang="en-IN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3A513B-7EEB-D132-E778-AB3AA81E4155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330952" y="5586984"/>
            <a:ext cx="3781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634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7206-1E4E-E613-1693-DE745B33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1F9F73-435E-0E4C-696E-B49360B6AFC4}"/>
              </a:ext>
            </a:extLst>
          </p:cNvPr>
          <p:cNvSpPr txBox="1"/>
          <p:nvPr/>
        </p:nvSpPr>
        <p:spPr>
          <a:xfrm>
            <a:off x="731520" y="365760"/>
            <a:ext cx="4195572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ED1C24"/>
                </a:solidFill>
              </a:defRPr>
            </a:pPr>
            <a:r>
              <a:rPr lang="en-US" dirty="0"/>
              <a:t>Z-Stage </a:t>
            </a:r>
            <a:r>
              <a:rPr dirty="0"/>
              <a:t>– Step </a:t>
            </a:r>
            <a:r>
              <a:rPr lang="en-US" dirty="0"/>
              <a:t>15 </a:t>
            </a:r>
            <a:r>
              <a:rPr dirty="0"/>
              <a:t>:</a:t>
            </a:r>
            <a:r>
              <a:rPr lang="en-US" dirty="0"/>
              <a:t> Final Layout </a:t>
            </a:r>
            <a:endParaRPr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3589CD54-F481-B867-6A37-40C8FB4E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" y="2249120"/>
            <a:ext cx="8897112" cy="42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1D46C9-1E0B-1D1B-86AD-745F0E4589D8}"/>
              </a:ext>
            </a:extLst>
          </p:cNvPr>
          <p:cNvSpPr txBox="1"/>
          <p:nvPr/>
        </p:nvSpPr>
        <p:spPr>
          <a:xfrm>
            <a:off x="655700" y="1486459"/>
            <a:ext cx="6723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Once the Data Upload is completed click on Z-Stage Dashboard to view the Final Layout 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296355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PartSenseVisualizer_SOP 1</Template>
  <TotalTime>72</TotalTime>
  <Words>562</Words>
  <Application>Microsoft Office PowerPoint</Application>
  <PresentationFormat>On-screen Show (4:3)</PresentationFormat>
  <Paragraphs>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PATIL NIYATI</dc:creator>
  <cp:keywords/>
  <dc:description>generated using python-pptx</dc:description>
  <cp:lastModifiedBy>PATIL NIYATI</cp:lastModifiedBy>
  <cp:revision>1</cp:revision>
  <dcterms:created xsi:type="dcterms:W3CDTF">2026-04-07T11:00:39Z</dcterms:created>
  <dcterms:modified xsi:type="dcterms:W3CDTF">2026-04-07T12:13:36Z</dcterms:modified>
  <cp:category/>
</cp:coreProperties>
</file>